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HOLLANDER Sofie" userId="10e7cd37-9fb4-4d86-9e69-c4944d60134b" providerId="ADAL" clId="{BCD2AE5B-C6A1-4324-9296-21F477ADBE52}"/>
    <pc:docChg chg="modSld">
      <pc:chgData name="DHOLLANDER Sofie" userId="10e7cd37-9fb4-4d86-9e69-c4944d60134b" providerId="ADAL" clId="{BCD2AE5B-C6A1-4324-9296-21F477ADBE52}" dt="2026-08-20T11:50:30.069" v="3" actId="14100"/>
      <pc:docMkLst>
        <pc:docMk/>
      </pc:docMkLst>
      <pc:sldChg chg="modSp mod">
        <pc:chgData name="DHOLLANDER Sofie" userId="10e7cd37-9fb4-4d86-9e69-c4944d60134b" providerId="ADAL" clId="{BCD2AE5B-C6A1-4324-9296-21F477ADBE52}" dt="2026-08-20T11:50:30.069" v="3" actId="14100"/>
        <pc:sldMkLst>
          <pc:docMk/>
          <pc:sldMk cId="2365585449" sldId="256"/>
        </pc:sldMkLst>
        <pc:graphicFrameChg chg="mod">
          <ac:chgData name="DHOLLANDER Sofie" userId="10e7cd37-9fb4-4d86-9e69-c4944d60134b" providerId="ADAL" clId="{BCD2AE5B-C6A1-4324-9296-21F477ADBE52}" dt="2026-08-20T11:50:30.069" v="3" actId="14100"/>
          <ac:graphicFrameMkLst>
            <pc:docMk/>
            <pc:sldMk cId="2365585449" sldId="256"/>
            <ac:graphicFrameMk id="4" creationId="{672FF79D-B044-4278-FE8B-4993FA5834E6}"/>
          </ac:graphicFrameMkLst>
        </pc:graphicFrame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3873783-40BE-4ED6-AACD-CBF9C06D4317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GB"/>
        </a:p>
      </dgm:t>
    </dgm:pt>
    <dgm:pt modelId="{73394EC9-EAD5-458B-B205-1911B7E1281D}">
      <dgm:prSet phldrT="[Text]"/>
      <dgm:spPr/>
      <dgm:t>
        <a:bodyPr/>
        <a:lstStyle/>
        <a:p>
          <a:r>
            <a:rPr lang="en-GB" b="1" dirty="0"/>
            <a:t>Work Package 1 - Collaboration</a:t>
          </a:r>
          <a:r>
            <a:rPr lang="en-GB" dirty="0"/>
            <a:t>: </a:t>
          </a:r>
        </a:p>
        <a:p>
          <a:r>
            <a:rPr lang="en-GB" dirty="0"/>
            <a:t>Networking and capacity building</a:t>
          </a:r>
        </a:p>
      </dgm:t>
    </dgm:pt>
    <dgm:pt modelId="{0E624EB8-0655-47B7-8CF1-6B9BA790E00A}" type="parTrans" cxnId="{A54B5EEF-ABDE-4EB7-9E43-C8722574735E}">
      <dgm:prSet/>
      <dgm:spPr/>
      <dgm:t>
        <a:bodyPr/>
        <a:lstStyle/>
        <a:p>
          <a:endParaRPr lang="en-GB"/>
        </a:p>
      </dgm:t>
    </dgm:pt>
    <dgm:pt modelId="{6B33D9EE-D6C2-48B6-9E54-B24D8A9DC63A}" type="sibTrans" cxnId="{A54B5EEF-ABDE-4EB7-9E43-C8722574735E}">
      <dgm:prSet/>
      <dgm:spPr/>
      <dgm:t>
        <a:bodyPr/>
        <a:lstStyle/>
        <a:p>
          <a:endParaRPr lang="en-GB"/>
        </a:p>
      </dgm:t>
    </dgm:pt>
    <dgm:pt modelId="{0CCE3ADE-553B-401F-9A21-CD5CD817144B}">
      <dgm:prSet phldrT="[Text]"/>
      <dgm:spPr/>
      <dgm:t>
        <a:bodyPr/>
        <a:lstStyle/>
        <a:p>
          <a:r>
            <a:rPr lang="en-GB" b="1" dirty="0"/>
            <a:t>Work Package 2 - Preparedness:</a:t>
          </a:r>
        </a:p>
        <a:p>
          <a:r>
            <a:rPr lang="en-GB" dirty="0"/>
            <a:t>Data collection and scientific support</a:t>
          </a:r>
        </a:p>
      </dgm:t>
    </dgm:pt>
    <dgm:pt modelId="{926BFEAC-C56F-4CDE-B877-16B4C194044B}" type="parTrans" cxnId="{75916778-0AF0-40BF-8D98-C63E57588CFE}">
      <dgm:prSet/>
      <dgm:spPr/>
      <dgm:t>
        <a:bodyPr/>
        <a:lstStyle/>
        <a:p>
          <a:endParaRPr lang="en-GB"/>
        </a:p>
      </dgm:t>
    </dgm:pt>
    <dgm:pt modelId="{FA8AF684-E719-4155-B172-71C5CF7930CE}" type="sibTrans" cxnId="{75916778-0AF0-40BF-8D98-C63E57588CFE}">
      <dgm:prSet/>
      <dgm:spPr/>
      <dgm:t>
        <a:bodyPr/>
        <a:lstStyle/>
        <a:p>
          <a:endParaRPr lang="en-GB"/>
        </a:p>
      </dgm:t>
    </dgm:pt>
    <dgm:pt modelId="{8475DD34-CC20-43BF-984D-EF6A7A4D6E30}">
      <dgm:prSet phldrT="[Text]"/>
      <dgm:spPr/>
      <dgm:t>
        <a:bodyPr/>
        <a:lstStyle/>
        <a:p>
          <a:r>
            <a:rPr lang="en-GB" b="1" dirty="0"/>
            <a:t>Work Package 3 - Agility:</a:t>
          </a:r>
        </a:p>
        <a:p>
          <a:r>
            <a:rPr lang="en-GB" dirty="0"/>
            <a:t>Pro-active exchange and automation</a:t>
          </a:r>
        </a:p>
      </dgm:t>
    </dgm:pt>
    <dgm:pt modelId="{492886BC-469B-4D6A-937C-4F99702FC92D}" type="parTrans" cxnId="{277A4B2D-DBEB-4A20-A864-9D1EB41B3CFF}">
      <dgm:prSet/>
      <dgm:spPr/>
      <dgm:t>
        <a:bodyPr/>
        <a:lstStyle/>
        <a:p>
          <a:endParaRPr lang="en-GB"/>
        </a:p>
      </dgm:t>
    </dgm:pt>
    <dgm:pt modelId="{C2B6E46B-5CB4-4AD7-AB51-0A8A42FD5565}" type="sibTrans" cxnId="{277A4B2D-DBEB-4A20-A864-9D1EB41B3CFF}">
      <dgm:prSet/>
      <dgm:spPr/>
      <dgm:t>
        <a:bodyPr/>
        <a:lstStyle/>
        <a:p>
          <a:endParaRPr lang="en-GB"/>
        </a:p>
      </dgm:t>
    </dgm:pt>
    <dgm:pt modelId="{735B86B7-6B47-4DBF-B0A9-BA026D5D2668}">
      <dgm:prSet phldrT="[Text]"/>
      <dgm:spPr/>
      <dgm:t>
        <a:bodyPr/>
        <a:lstStyle/>
        <a:p>
          <a:r>
            <a:rPr lang="en-GB" b="1" dirty="0"/>
            <a:t>Work Package 4  - Communication:</a:t>
          </a:r>
        </a:p>
      </dgm:t>
    </dgm:pt>
    <dgm:pt modelId="{56D92358-B791-417C-B93F-B578001D21B3}" type="parTrans" cxnId="{383EEDCE-D964-4C7A-89F1-2E3DB4CBB44D}">
      <dgm:prSet/>
      <dgm:spPr/>
      <dgm:t>
        <a:bodyPr/>
        <a:lstStyle/>
        <a:p>
          <a:endParaRPr lang="en-GB"/>
        </a:p>
      </dgm:t>
    </dgm:pt>
    <dgm:pt modelId="{94244D48-4D39-409E-A45C-D64847F6716A}" type="sibTrans" cxnId="{383EEDCE-D964-4C7A-89F1-2E3DB4CBB44D}">
      <dgm:prSet/>
      <dgm:spPr/>
      <dgm:t>
        <a:bodyPr/>
        <a:lstStyle/>
        <a:p>
          <a:endParaRPr lang="en-GB"/>
        </a:p>
      </dgm:t>
    </dgm:pt>
    <dgm:pt modelId="{C2CA674B-EDB9-4744-B98F-07E5112C67A8}">
      <dgm:prSet phldrT="[Text]"/>
      <dgm:spPr/>
      <dgm:t>
        <a:bodyPr/>
        <a:lstStyle/>
        <a:p>
          <a:r>
            <a:rPr lang="en-GB" b="1"/>
            <a:t>One-Health VectorNet Entomological network</a:t>
          </a:r>
        </a:p>
      </dgm:t>
    </dgm:pt>
    <dgm:pt modelId="{7F073240-B87C-4082-82E2-BEFE3D43C391}" type="parTrans" cxnId="{EA21DED4-BB80-417B-BDB2-4A1863326227}">
      <dgm:prSet/>
      <dgm:spPr/>
      <dgm:t>
        <a:bodyPr/>
        <a:lstStyle/>
        <a:p>
          <a:endParaRPr lang="en-GB"/>
        </a:p>
      </dgm:t>
    </dgm:pt>
    <dgm:pt modelId="{00D58629-F105-4802-9187-1A26225F823F}" type="sibTrans" cxnId="{EA21DED4-BB80-417B-BDB2-4A1863326227}">
      <dgm:prSet/>
      <dgm:spPr/>
      <dgm:t>
        <a:bodyPr/>
        <a:lstStyle/>
        <a:p>
          <a:endParaRPr lang="en-GB"/>
        </a:p>
      </dgm:t>
    </dgm:pt>
    <dgm:pt modelId="{1908CC09-3148-45EE-8A5E-8164E276F33E}">
      <dgm:prSet phldrT="[Text]"/>
      <dgm:spPr/>
      <dgm:t>
        <a:bodyPr/>
        <a:lstStyle/>
        <a:p>
          <a:r>
            <a:rPr lang="en-GB" b="1"/>
            <a:t>Capacity building</a:t>
          </a:r>
        </a:p>
      </dgm:t>
    </dgm:pt>
    <dgm:pt modelId="{1F7BCFCA-A922-4927-AF57-43885B912BCD}" type="parTrans" cxnId="{62EA2576-8B4E-4D44-B41E-CD585CA20A5C}">
      <dgm:prSet/>
      <dgm:spPr/>
      <dgm:t>
        <a:bodyPr/>
        <a:lstStyle/>
        <a:p>
          <a:endParaRPr lang="en-GB"/>
        </a:p>
      </dgm:t>
    </dgm:pt>
    <dgm:pt modelId="{3B24CAB3-C486-4335-BB11-2F935F020F78}" type="sibTrans" cxnId="{62EA2576-8B4E-4D44-B41E-CD585CA20A5C}">
      <dgm:prSet/>
      <dgm:spPr/>
      <dgm:t>
        <a:bodyPr/>
        <a:lstStyle/>
        <a:p>
          <a:endParaRPr lang="en-GB"/>
        </a:p>
      </dgm:t>
    </dgm:pt>
    <dgm:pt modelId="{33F4E663-62FD-406B-9894-F220FC98003B}">
      <dgm:prSet phldrT="[Text]"/>
      <dgm:spPr/>
      <dgm:t>
        <a:bodyPr/>
        <a:lstStyle/>
        <a:p>
          <a:r>
            <a:rPr lang="en-GB"/>
            <a:t>Face-to-face trainings</a:t>
          </a:r>
        </a:p>
      </dgm:t>
    </dgm:pt>
    <dgm:pt modelId="{8330AD0A-DE6E-46F2-9627-8552890027D9}" type="parTrans" cxnId="{55C4A521-D089-458E-9159-F5C12CDEBC0F}">
      <dgm:prSet/>
      <dgm:spPr/>
      <dgm:t>
        <a:bodyPr/>
        <a:lstStyle/>
        <a:p>
          <a:endParaRPr lang="en-GB"/>
        </a:p>
      </dgm:t>
    </dgm:pt>
    <dgm:pt modelId="{911B3FA0-7D4E-4860-B3C6-D2FB393945AA}" type="sibTrans" cxnId="{55C4A521-D089-458E-9159-F5C12CDEBC0F}">
      <dgm:prSet/>
      <dgm:spPr/>
      <dgm:t>
        <a:bodyPr/>
        <a:lstStyle/>
        <a:p>
          <a:endParaRPr lang="en-GB"/>
        </a:p>
      </dgm:t>
    </dgm:pt>
    <dgm:pt modelId="{028C6EB5-4796-4B79-AB13-1D3F0B828503}">
      <dgm:prSet phldrT="[Text]"/>
      <dgm:spPr/>
      <dgm:t>
        <a:bodyPr/>
        <a:lstStyle/>
        <a:p>
          <a:r>
            <a:rPr lang="en-GB"/>
            <a:t>Webinars</a:t>
          </a:r>
        </a:p>
      </dgm:t>
    </dgm:pt>
    <dgm:pt modelId="{6AE9C963-7823-473C-8B8E-E6BFC5D96EFD}" type="parTrans" cxnId="{FF9C0AFA-8E6F-486D-8EC0-4D83C25D4B99}">
      <dgm:prSet/>
      <dgm:spPr/>
      <dgm:t>
        <a:bodyPr/>
        <a:lstStyle/>
        <a:p>
          <a:endParaRPr lang="en-GB"/>
        </a:p>
      </dgm:t>
    </dgm:pt>
    <dgm:pt modelId="{F51D174F-0F51-48E8-943B-F07C4537B943}" type="sibTrans" cxnId="{FF9C0AFA-8E6F-486D-8EC0-4D83C25D4B99}">
      <dgm:prSet/>
      <dgm:spPr/>
      <dgm:t>
        <a:bodyPr/>
        <a:lstStyle/>
        <a:p>
          <a:endParaRPr lang="en-GB"/>
        </a:p>
      </dgm:t>
    </dgm:pt>
    <dgm:pt modelId="{6F17BFBE-A909-494D-8D3B-AE72E41AE5B1}">
      <dgm:prSet phldrT="[Text]"/>
      <dgm:spPr/>
      <dgm:t>
        <a:bodyPr/>
        <a:lstStyle/>
        <a:p>
          <a:r>
            <a:rPr lang="en-GB" dirty="0"/>
            <a:t>Technical workshops</a:t>
          </a:r>
        </a:p>
      </dgm:t>
    </dgm:pt>
    <dgm:pt modelId="{6A7D37F6-F4A0-48C0-B843-70A1C6798CFA}" type="parTrans" cxnId="{F0B90875-E3EE-4E90-AADC-22CD0F28C350}">
      <dgm:prSet/>
      <dgm:spPr/>
      <dgm:t>
        <a:bodyPr/>
        <a:lstStyle/>
        <a:p>
          <a:endParaRPr lang="en-GB"/>
        </a:p>
      </dgm:t>
    </dgm:pt>
    <dgm:pt modelId="{B4C226D8-006E-4CF1-B221-39FB3F61946D}" type="sibTrans" cxnId="{F0B90875-E3EE-4E90-AADC-22CD0F28C350}">
      <dgm:prSet/>
      <dgm:spPr/>
      <dgm:t>
        <a:bodyPr/>
        <a:lstStyle/>
        <a:p>
          <a:endParaRPr lang="en-GB"/>
        </a:p>
      </dgm:t>
    </dgm:pt>
    <dgm:pt modelId="{18EE5FB4-05C4-41FD-B4C7-B50F428B57EE}">
      <dgm:prSet phldrT="[Text]"/>
      <dgm:spPr/>
      <dgm:t>
        <a:bodyPr/>
        <a:lstStyle/>
        <a:p>
          <a:r>
            <a:rPr lang="en-GB" b="1"/>
            <a:t>Entomological surveillance</a:t>
          </a:r>
        </a:p>
      </dgm:t>
    </dgm:pt>
    <dgm:pt modelId="{16033EA3-3686-443D-A745-9EC6A853CCDB}" type="parTrans" cxnId="{E4B0C491-2278-4D34-BFF8-84E651537C92}">
      <dgm:prSet/>
      <dgm:spPr/>
      <dgm:t>
        <a:bodyPr/>
        <a:lstStyle/>
        <a:p>
          <a:endParaRPr lang="en-GB"/>
        </a:p>
      </dgm:t>
    </dgm:pt>
    <dgm:pt modelId="{285A1C14-AC5D-4DE4-B3A0-04FDF3ADC276}" type="sibTrans" cxnId="{E4B0C491-2278-4D34-BFF8-84E651537C92}">
      <dgm:prSet/>
      <dgm:spPr/>
      <dgm:t>
        <a:bodyPr/>
        <a:lstStyle/>
        <a:p>
          <a:endParaRPr lang="en-GB"/>
        </a:p>
      </dgm:t>
    </dgm:pt>
    <dgm:pt modelId="{4904B1DA-28F6-461E-92B7-4E651ED7EFE8}">
      <dgm:prSet phldrT="[Text]"/>
      <dgm:spPr/>
      <dgm:t>
        <a:bodyPr/>
        <a:lstStyle/>
        <a:p>
          <a:r>
            <a:rPr lang="en-GB" b="1"/>
            <a:t>Vector Control studies</a:t>
          </a:r>
        </a:p>
      </dgm:t>
    </dgm:pt>
    <dgm:pt modelId="{62BACC17-D65F-4196-9189-55E2F4D8F19F}" type="parTrans" cxnId="{C206C152-61AE-497C-9595-F769D086F4E0}">
      <dgm:prSet/>
      <dgm:spPr/>
      <dgm:t>
        <a:bodyPr/>
        <a:lstStyle/>
        <a:p>
          <a:endParaRPr lang="en-GB"/>
        </a:p>
      </dgm:t>
    </dgm:pt>
    <dgm:pt modelId="{77BFABD0-B1D9-4EB5-A73D-14CD14EAE627}" type="sibTrans" cxnId="{C206C152-61AE-497C-9595-F769D086F4E0}">
      <dgm:prSet/>
      <dgm:spPr/>
      <dgm:t>
        <a:bodyPr/>
        <a:lstStyle/>
        <a:p>
          <a:endParaRPr lang="en-GB"/>
        </a:p>
      </dgm:t>
    </dgm:pt>
    <dgm:pt modelId="{D460A107-DCDF-4D6B-A70A-0A1EB5DC9670}">
      <dgm:prSet phldrT="[Text]"/>
      <dgm:spPr/>
      <dgm:t>
        <a:bodyPr/>
        <a:lstStyle/>
        <a:p>
          <a:r>
            <a:rPr lang="en-GB" b="1"/>
            <a:t>Real time data collections</a:t>
          </a:r>
        </a:p>
      </dgm:t>
    </dgm:pt>
    <dgm:pt modelId="{49B07088-CE6B-401F-B0DD-CB55AF60D312}" type="parTrans" cxnId="{126BC0B8-0C81-43A2-84F2-AF085C232023}">
      <dgm:prSet/>
      <dgm:spPr/>
      <dgm:t>
        <a:bodyPr/>
        <a:lstStyle/>
        <a:p>
          <a:endParaRPr lang="en-GB"/>
        </a:p>
      </dgm:t>
    </dgm:pt>
    <dgm:pt modelId="{9A73B3EA-EF95-4AE7-8271-009DF56AB164}" type="sibTrans" cxnId="{126BC0B8-0C81-43A2-84F2-AF085C232023}">
      <dgm:prSet/>
      <dgm:spPr/>
      <dgm:t>
        <a:bodyPr/>
        <a:lstStyle/>
        <a:p>
          <a:endParaRPr lang="en-GB"/>
        </a:p>
      </dgm:t>
    </dgm:pt>
    <dgm:pt modelId="{E2EC4D4A-3613-4317-8B76-6A94B6E51D78}">
      <dgm:prSet phldrT="[Text]"/>
      <dgm:spPr/>
      <dgm:t>
        <a:bodyPr/>
        <a:lstStyle/>
        <a:p>
          <a:r>
            <a:rPr lang="en-GB" b="1"/>
            <a:t>Ad-hoc scientific support</a:t>
          </a:r>
        </a:p>
      </dgm:t>
    </dgm:pt>
    <dgm:pt modelId="{18C01214-1652-4FF6-AE31-252488504394}" type="parTrans" cxnId="{C4A4A366-6FC0-48E0-BFB3-8511071676E7}">
      <dgm:prSet/>
      <dgm:spPr/>
      <dgm:t>
        <a:bodyPr/>
        <a:lstStyle/>
        <a:p>
          <a:endParaRPr lang="en-GB"/>
        </a:p>
      </dgm:t>
    </dgm:pt>
    <dgm:pt modelId="{41148C66-D206-42BA-818C-A1C57C396F41}" type="sibTrans" cxnId="{C4A4A366-6FC0-48E0-BFB3-8511071676E7}">
      <dgm:prSet/>
      <dgm:spPr/>
      <dgm:t>
        <a:bodyPr/>
        <a:lstStyle/>
        <a:p>
          <a:endParaRPr lang="en-GB"/>
        </a:p>
      </dgm:t>
    </dgm:pt>
    <dgm:pt modelId="{C891D011-721A-4454-BD07-8946113B10AB}">
      <dgm:prSet phldrT="[Text]"/>
      <dgm:spPr/>
      <dgm:t>
        <a:bodyPr/>
        <a:lstStyle/>
        <a:p>
          <a:r>
            <a:rPr lang="en-GB" b="1"/>
            <a:t>Inter-operational database</a:t>
          </a:r>
        </a:p>
      </dgm:t>
    </dgm:pt>
    <dgm:pt modelId="{62835918-C2AD-44A6-964C-C8288BC49497}" type="parTrans" cxnId="{D1C0AB77-1804-4999-9FB5-55A522714672}">
      <dgm:prSet/>
      <dgm:spPr/>
      <dgm:t>
        <a:bodyPr/>
        <a:lstStyle/>
        <a:p>
          <a:endParaRPr lang="en-GB"/>
        </a:p>
      </dgm:t>
    </dgm:pt>
    <dgm:pt modelId="{C73B13A7-0D19-40F7-A335-75CBA6F85482}" type="sibTrans" cxnId="{D1C0AB77-1804-4999-9FB5-55A522714672}">
      <dgm:prSet/>
      <dgm:spPr/>
      <dgm:t>
        <a:bodyPr/>
        <a:lstStyle/>
        <a:p>
          <a:endParaRPr lang="en-GB"/>
        </a:p>
      </dgm:t>
    </dgm:pt>
    <dgm:pt modelId="{112F3246-C1A5-469B-9FE4-561042041A30}">
      <dgm:prSet phldrT="[Text]"/>
      <dgm:spPr/>
      <dgm:t>
        <a:bodyPr/>
        <a:lstStyle/>
        <a:p>
          <a:r>
            <a:rPr lang="en-GB" b="1"/>
            <a:t>Interactive vector maps</a:t>
          </a:r>
        </a:p>
      </dgm:t>
    </dgm:pt>
    <dgm:pt modelId="{BAB0A855-7069-4556-B48E-4A85BDE3053F}" type="parTrans" cxnId="{D277A666-23D0-4ED7-9118-5D6FD98D01C1}">
      <dgm:prSet/>
      <dgm:spPr/>
      <dgm:t>
        <a:bodyPr/>
        <a:lstStyle/>
        <a:p>
          <a:endParaRPr lang="en-GB"/>
        </a:p>
      </dgm:t>
    </dgm:pt>
    <dgm:pt modelId="{4892D254-8E53-43EF-BCED-E5E3181D837C}" type="sibTrans" cxnId="{D277A666-23D0-4ED7-9118-5D6FD98D01C1}">
      <dgm:prSet/>
      <dgm:spPr/>
      <dgm:t>
        <a:bodyPr/>
        <a:lstStyle/>
        <a:p>
          <a:endParaRPr lang="en-GB"/>
        </a:p>
      </dgm:t>
    </dgm:pt>
    <dgm:pt modelId="{9926029F-0C6B-47BA-9ECB-346ECEB18C7C}">
      <dgm:prSet phldrT="[Text]"/>
      <dgm:spPr/>
      <dgm:t>
        <a:bodyPr/>
        <a:lstStyle/>
        <a:p>
          <a:r>
            <a:rPr lang="en-GB" b="1"/>
            <a:t>Exchange of data to and from VectorNet</a:t>
          </a:r>
        </a:p>
      </dgm:t>
    </dgm:pt>
    <dgm:pt modelId="{8366C739-9E98-4454-A1CF-A0D3609DA2FA}" type="parTrans" cxnId="{E7AB37C8-0CEF-48ED-B60E-598B34B336D0}">
      <dgm:prSet/>
      <dgm:spPr/>
      <dgm:t>
        <a:bodyPr/>
        <a:lstStyle/>
        <a:p>
          <a:endParaRPr lang="en-GB"/>
        </a:p>
      </dgm:t>
    </dgm:pt>
    <dgm:pt modelId="{54696996-1418-45E4-8B85-E63466CE75DF}" type="sibTrans" cxnId="{E7AB37C8-0CEF-48ED-B60E-598B34B336D0}">
      <dgm:prSet/>
      <dgm:spPr/>
      <dgm:t>
        <a:bodyPr/>
        <a:lstStyle/>
        <a:p>
          <a:endParaRPr lang="en-GB"/>
        </a:p>
      </dgm:t>
    </dgm:pt>
    <dgm:pt modelId="{7ABAF0A3-8C24-44BC-BBCA-CA996467163B}">
      <dgm:prSet phldrT="[Text]"/>
      <dgm:spPr/>
      <dgm:t>
        <a:bodyPr/>
        <a:lstStyle/>
        <a:p>
          <a:r>
            <a:rPr lang="en-GB" b="1"/>
            <a:t>Social media</a:t>
          </a:r>
          <a:endParaRPr lang="en-GB"/>
        </a:p>
      </dgm:t>
    </dgm:pt>
    <dgm:pt modelId="{18AE6FCD-A7CA-40E4-9BF3-EF1B8590646C}" type="parTrans" cxnId="{6F040FE5-7C60-41A9-B401-F409413FDF7C}">
      <dgm:prSet/>
      <dgm:spPr/>
      <dgm:t>
        <a:bodyPr/>
        <a:lstStyle/>
        <a:p>
          <a:endParaRPr lang="en-GB"/>
        </a:p>
      </dgm:t>
    </dgm:pt>
    <dgm:pt modelId="{44ADC3AC-9699-426F-AD8F-2A9254CF718B}" type="sibTrans" cxnId="{6F040FE5-7C60-41A9-B401-F409413FDF7C}">
      <dgm:prSet/>
      <dgm:spPr/>
      <dgm:t>
        <a:bodyPr/>
        <a:lstStyle/>
        <a:p>
          <a:endParaRPr lang="en-GB"/>
        </a:p>
      </dgm:t>
    </dgm:pt>
    <dgm:pt modelId="{998465EB-FC60-48EF-95DC-DC74543B3A8A}">
      <dgm:prSet phldrT="[Text]"/>
      <dgm:spPr/>
      <dgm:t>
        <a:bodyPr/>
        <a:lstStyle/>
        <a:p>
          <a:r>
            <a:rPr lang="en-GB" b="1"/>
            <a:t>Conferences</a:t>
          </a:r>
          <a:endParaRPr lang="en-GB"/>
        </a:p>
      </dgm:t>
    </dgm:pt>
    <dgm:pt modelId="{3454ADCC-9CD9-4934-A5E2-56FABC7E98B3}" type="parTrans" cxnId="{9EC1F769-0E87-45DD-884C-96DFF983C0F6}">
      <dgm:prSet/>
      <dgm:spPr/>
      <dgm:t>
        <a:bodyPr/>
        <a:lstStyle/>
        <a:p>
          <a:endParaRPr lang="en-GB"/>
        </a:p>
      </dgm:t>
    </dgm:pt>
    <dgm:pt modelId="{2C5D3FA0-4063-496A-9B0B-426A74B9060D}" type="sibTrans" cxnId="{9EC1F769-0E87-45DD-884C-96DFF983C0F6}">
      <dgm:prSet/>
      <dgm:spPr/>
      <dgm:t>
        <a:bodyPr/>
        <a:lstStyle/>
        <a:p>
          <a:endParaRPr lang="en-GB"/>
        </a:p>
      </dgm:t>
    </dgm:pt>
    <dgm:pt modelId="{64F144BB-DBC5-4979-86B1-BE95D13DDE50}">
      <dgm:prSet phldrT="[Text]"/>
      <dgm:spPr/>
      <dgm:t>
        <a:bodyPr/>
        <a:lstStyle/>
        <a:p>
          <a:r>
            <a:rPr lang="en-GB" b="1"/>
            <a:t>Scientific papers</a:t>
          </a:r>
        </a:p>
      </dgm:t>
    </dgm:pt>
    <dgm:pt modelId="{9D8DD24B-C5E9-427D-B103-1AC51DDAFE19}" type="parTrans" cxnId="{3CB156AA-05AE-4342-91CE-A8F826BE5C47}">
      <dgm:prSet/>
      <dgm:spPr/>
      <dgm:t>
        <a:bodyPr/>
        <a:lstStyle/>
        <a:p>
          <a:endParaRPr lang="en-GB"/>
        </a:p>
      </dgm:t>
    </dgm:pt>
    <dgm:pt modelId="{1129DC71-D1DE-451A-AB8F-0FBC7462F693}" type="sibTrans" cxnId="{3CB156AA-05AE-4342-91CE-A8F826BE5C47}">
      <dgm:prSet/>
      <dgm:spPr/>
      <dgm:t>
        <a:bodyPr/>
        <a:lstStyle/>
        <a:p>
          <a:endParaRPr lang="en-GB"/>
        </a:p>
      </dgm:t>
    </dgm:pt>
    <dgm:pt modelId="{BCF10208-9284-432C-AB51-F5045252D388}">
      <dgm:prSet phldrT="[Text]"/>
      <dgm:spPr/>
      <dgm:t>
        <a:bodyPr/>
        <a:lstStyle/>
        <a:p>
          <a:r>
            <a:rPr lang="en-GB" b="1"/>
            <a:t>Vectornet Data Portal on GBIF</a:t>
          </a:r>
          <a:endParaRPr lang="en-GB"/>
        </a:p>
      </dgm:t>
    </dgm:pt>
    <dgm:pt modelId="{DA64562A-96DC-48E3-829A-C97E6CDB23B1}" type="parTrans" cxnId="{46E964FE-2EB2-4C55-BE5F-C74D685E219F}">
      <dgm:prSet/>
      <dgm:spPr/>
      <dgm:t>
        <a:bodyPr/>
        <a:lstStyle/>
        <a:p>
          <a:endParaRPr lang="en-GB"/>
        </a:p>
      </dgm:t>
    </dgm:pt>
    <dgm:pt modelId="{D0146EDD-03EE-4781-A6ED-C20A1765D792}" type="sibTrans" cxnId="{46E964FE-2EB2-4C55-BE5F-C74D685E219F}">
      <dgm:prSet/>
      <dgm:spPr/>
      <dgm:t>
        <a:bodyPr/>
        <a:lstStyle/>
        <a:p>
          <a:endParaRPr lang="en-GB"/>
        </a:p>
      </dgm:t>
    </dgm:pt>
    <dgm:pt modelId="{5F269918-F3B6-4A61-AC4F-DBD26676F769}" type="pres">
      <dgm:prSet presAssocID="{D3873783-40BE-4ED6-AACD-CBF9C06D4317}" presName="Name0" presStyleCnt="0">
        <dgm:presLayoutVars>
          <dgm:dir/>
          <dgm:resizeHandles val="exact"/>
        </dgm:presLayoutVars>
      </dgm:prSet>
      <dgm:spPr/>
    </dgm:pt>
    <dgm:pt modelId="{C3DA0079-B698-4A55-89D0-32656F19A633}" type="pres">
      <dgm:prSet presAssocID="{73394EC9-EAD5-458B-B205-1911B7E1281D}" presName="node" presStyleLbl="node1" presStyleIdx="0" presStyleCnt="4">
        <dgm:presLayoutVars>
          <dgm:bulletEnabled val="1"/>
        </dgm:presLayoutVars>
      </dgm:prSet>
      <dgm:spPr/>
    </dgm:pt>
    <dgm:pt modelId="{EBAEF2A5-03F5-43F0-A684-281D902F2270}" type="pres">
      <dgm:prSet presAssocID="{6B33D9EE-D6C2-48B6-9E54-B24D8A9DC63A}" presName="sibTrans" presStyleLbl="sibTrans1D1" presStyleIdx="0" presStyleCnt="3"/>
      <dgm:spPr/>
    </dgm:pt>
    <dgm:pt modelId="{6DA2B6E0-1AAF-467A-9931-E38C8AADE5FF}" type="pres">
      <dgm:prSet presAssocID="{6B33D9EE-D6C2-48B6-9E54-B24D8A9DC63A}" presName="connectorText" presStyleLbl="sibTrans1D1" presStyleIdx="0" presStyleCnt="3"/>
      <dgm:spPr/>
    </dgm:pt>
    <dgm:pt modelId="{8C17210E-F4F4-4AB9-9C45-0BBB92E3528D}" type="pres">
      <dgm:prSet presAssocID="{0CCE3ADE-553B-401F-9A21-CD5CD817144B}" presName="node" presStyleLbl="node1" presStyleIdx="1" presStyleCnt="4">
        <dgm:presLayoutVars>
          <dgm:bulletEnabled val="1"/>
        </dgm:presLayoutVars>
      </dgm:prSet>
      <dgm:spPr/>
    </dgm:pt>
    <dgm:pt modelId="{446137E3-51C4-41C8-BA9E-4C2039B7CB3C}" type="pres">
      <dgm:prSet presAssocID="{FA8AF684-E719-4155-B172-71C5CF7930CE}" presName="sibTrans" presStyleLbl="sibTrans1D1" presStyleIdx="1" presStyleCnt="3"/>
      <dgm:spPr/>
    </dgm:pt>
    <dgm:pt modelId="{8188141B-AAD4-4297-BBE5-EB54EF051F8D}" type="pres">
      <dgm:prSet presAssocID="{FA8AF684-E719-4155-B172-71C5CF7930CE}" presName="connectorText" presStyleLbl="sibTrans1D1" presStyleIdx="1" presStyleCnt="3"/>
      <dgm:spPr/>
    </dgm:pt>
    <dgm:pt modelId="{48095C0E-EE41-45F4-8C56-9C1461FD80A9}" type="pres">
      <dgm:prSet presAssocID="{8475DD34-CC20-43BF-984D-EF6A7A4D6E30}" presName="node" presStyleLbl="node1" presStyleIdx="2" presStyleCnt="4">
        <dgm:presLayoutVars>
          <dgm:bulletEnabled val="1"/>
        </dgm:presLayoutVars>
      </dgm:prSet>
      <dgm:spPr/>
    </dgm:pt>
    <dgm:pt modelId="{15BCE1E4-3EB0-4771-8C1E-F19FFA54495E}" type="pres">
      <dgm:prSet presAssocID="{C2B6E46B-5CB4-4AD7-AB51-0A8A42FD5565}" presName="sibTrans" presStyleLbl="sibTrans1D1" presStyleIdx="2" presStyleCnt="3"/>
      <dgm:spPr/>
    </dgm:pt>
    <dgm:pt modelId="{38E80750-0443-45BE-A9E2-720A9F13FC63}" type="pres">
      <dgm:prSet presAssocID="{C2B6E46B-5CB4-4AD7-AB51-0A8A42FD5565}" presName="connectorText" presStyleLbl="sibTrans1D1" presStyleIdx="2" presStyleCnt="3"/>
      <dgm:spPr/>
    </dgm:pt>
    <dgm:pt modelId="{37AD3A55-1A68-46F3-AC97-59A16B3E9184}" type="pres">
      <dgm:prSet presAssocID="{735B86B7-6B47-4DBF-B0A9-BA026D5D2668}" presName="node" presStyleLbl="node1" presStyleIdx="3" presStyleCnt="4">
        <dgm:presLayoutVars>
          <dgm:bulletEnabled val="1"/>
        </dgm:presLayoutVars>
      </dgm:prSet>
      <dgm:spPr/>
    </dgm:pt>
  </dgm:ptLst>
  <dgm:cxnLst>
    <dgm:cxn modelId="{A2F6440E-ACAD-4A1C-8BB3-189D41AB2D99}" type="presOf" srcId="{BCF10208-9284-432C-AB51-F5045252D388}" destId="{37AD3A55-1A68-46F3-AC97-59A16B3E9184}" srcOrd="0" destOrd="1" presId="urn:microsoft.com/office/officeart/2016/7/layout/RepeatingBendingProcessNew"/>
    <dgm:cxn modelId="{5AB45215-F8A0-4B4D-8E9A-00A10B866E5B}" type="presOf" srcId="{D460A107-DCDF-4D6B-A70A-0A1EB5DC9670}" destId="{8C17210E-F4F4-4AB9-9C45-0BBB92E3528D}" srcOrd="0" destOrd="3" presId="urn:microsoft.com/office/officeart/2016/7/layout/RepeatingBendingProcessNew"/>
    <dgm:cxn modelId="{8CE7521D-DB12-428F-AEDD-1A0AF9E569FC}" type="presOf" srcId="{7ABAF0A3-8C24-44BC-BBCA-CA996467163B}" destId="{37AD3A55-1A68-46F3-AC97-59A16B3E9184}" srcOrd="0" destOrd="2" presId="urn:microsoft.com/office/officeart/2016/7/layout/RepeatingBendingProcessNew"/>
    <dgm:cxn modelId="{55C4A521-D089-458E-9159-F5C12CDEBC0F}" srcId="{1908CC09-3148-45EE-8A5E-8164E276F33E}" destId="{33F4E663-62FD-406B-9894-F220FC98003B}" srcOrd="0" destOrd="0" parTransId="{8330AD0A-DE6E-46F2-9627-8552890027D9}" sibTransId="{911B3FA0-7D4E-4860-B3C6-D2FB393945AA}"/>
    <dgm:cxn modelId="{277A4B2D-DBEB-4A20-A864-9D1EB41B3CFF}" srcId="{D3873783-40BE-4ED6-AACD-CBF9C06D4317}" destId="{8475DD34-CC20-43BF-984D-EF6A7A4D6E30}" srcOrd="2" destOrd="0" parTransId="{492886BC-469B-4D6A-937C-4F99702FC92D}" sibTransId="{C2B6E46B-5CB4-4AD7-AB51-0A8A42FD5565}"/>
    <dgm:cxn modelId="{D252682E-89F1-4B00-AD2A-454FB80F3B7D}" type="presOf" srcId="{112F3246-C1A5-469B-9FE4-561042041A30}" destId="{48095C0E-EE41-45F4-8C56-9C1461FD80A9}" srcOrd="0" destOrd="2" presId="urn:microsoft.com/office/officeart/2016/7/layout/RepeatingBendingProcessNew"/>
    <dgm:cxn modelId="{707F5C30-02A5-469F-AF65-99EA356BBA08}" type="presOf" srcId="{0CCE3ADE-553B-401F-9A21-CD5CD817144B}" destId="{8C17210E-F4F4-4AB9-9C45-0BBB92E3528D}" srcOrd="0" destOrd="0" presId="urn:microsoft.com/office/officeart/2016/7/layout/RepeatingBendingProcessNew"/>
    <dgm:cxn modelId="{63FFE43E-4094-4CB2-A45E-3C1BB58C710F}" type="presOf" srcId="{33F4E663-62FD-406B-9894-F220FC98003B}" destId="{C3DA0079-B698-4A55-89D0-32656F19A633}" srcOrd="0" destOrd="3" presId="urn:microsoft.com/office/officeart/2016/7/layout/RepeatingBendingProcessNew"/>
    <dgm:cxn modelId="{C4A4A366-6FC0-48E0-BFB3-8511071676E7}" srcId="{0CCE3ADE-553B-401F-9A21-CD5CD817144B}" destId="{E2EC4D4A-3613-4317-8B76-6A94B6E51D78}" srcOrd="3" destOrd="0" parTransId="{18C01214-1652-4FF6-AE31-252488504394}" sibTransId="{41148C66-D206-42BA-818C-A1C57C396F41}"/>
    <dgm:cxn modelId="{D277A666-23D0-4ED7-9118-5D6FD98D01C1}" srcId="{8475DD34-CC20-43BF-984D-EF6A7A4D6E30}" destId="{112F3246-C1A5-469B-9FE4-561042041A30}" srcOrd="1" destOrd="0" parTransId="{BAB0A855-7069-4556-B48E-4A85BDE3053F}" sibTransId="{4892D254-8E53-43EF-BCED-E5E3181D837C}"/>
    <dgm:cxn modelId="{9B792C69-B860-498E-9084-6C5EF4B7C8AC}" type="presOf" srcId="{6B33D9EE-D6C2-48B6-9E54-B24D8A9DC63A}" destId="{6DA2B6E0-1AAF-467A-9931-E38C8AADE5FF}" srcOrd="1" destOrd="0" presId="urn:microsoft.com/office/officeart/2016/7/layout/RepeatingBendingProcessNew"/>
    <dgm:cxn modelId="{9EC1F769-0E87-45DD-884C-96DFF983C0F6}" srcId="{735B86B7-6B47-4DBF-B0A9-BA026D5D2668}" destId="{998465EB-FC60-48EF-95DC-DC74543B3A8A}" srcOrd="2" destOrd="0" parTransId="{3454ADCC-9CD9-4934-A5E2-56FABC7E98B3}" sibTransId="{2C5D3FA0-4063-496A-9B0B-426A74B9060D}"/>
    <dgm:cxn modelId="{35A1966A-11D5-468A-A8E9-15440B47CB90}" type="presOf" srcId="{028C6EB5-4796-4B79-AB13-1D3F0B828503}" destId="{C3DA0079-B698-4A55-89D0-32656F19A633}" srcOrd="0" destOrd="4" presId="urn:microsoft.com/office/officeart/2016/7/layout/RepeatingBendingProcessNew"/>
    <dgm:cxn modelId="{3F970C50-84CF-4E8D-BAF4-4D43364052DA}" type="presOf" srcId="{73394EC9-EAD5-458B-B205-1911B7E1281D}" destId="{C3DA0079-B698-4A55-89D0-32656F19A633}" srcOrd="0" destOrd="0" presId="urn:microsoft.com/office/officeart/2016/7/layout/RepeatingBendingProcessNew"/>
    <dgm:cxn modelId="{E8F36470-8CF0-47C3-882A-F1B86AC1F0E0}" type="presOf" srcId="{4904B1DA-28F6-461E-92B7-4E651ED7EFE8}" destId="{8C17210E-F4F4-4AB9-9C45-0BBB92E3528D}" srcOrd="0" destOrd="2" presId="urn:microsoft.com/office/officeart/2016/7/layout/RepeatingBendingProcessNew"/>
    <dgm:cxn modelId="{EBD71E72-BE58-4FD9-BFC7-9D5A1BB11C3D}" type="presOf" srcId="{FA8AF684-E719-4155-B172-71C5CF7930CE}" destId="{8188141B-AAD4-4297-BBE5-EB54EF051F8D}" srcOrd="1" destOrd="0" presId="urn:microsoft.com/office/officeart/2016/7/layout/RepeatingBendingProcessNew"/>
    <dgm:cxn modelId="{C206C152-61AE-497C-9595-F769D086F4E0}" srcId="{0CCE3ADE-553B-401F-9A21-CD5CD817144B}" destId="{4904B1DA-28F6-461E-92B7-4E651ED7EFE8}" srcOrd="1" destOrd="0" parTransId="{62BACC17-D65F-4196-9189-55E2F4D8F19F}" sibTransId="{77BFABD0-B1D9-4EB5-A73D-14CD14EAE627}"/>
    <dgm:cxn modelId="{E3081153-A651-40F6-8C7F-962ADB0084CA}" type="presOf" srcId="{998465EB-FC60-48EF-95DC-DC74543B3A8A}" destId="{37AD3A55-1A68-46F3-AC97-59A16B3E9184}" srcOrd="0" destOrd="3" presId="urn:microsoft.com/office/officeart/2016/7/layout/RepeatingBendingProcessNew"/>
    <dgm:cxn modelId="{F0B90875-E3EE-4E90-AADC-22CD0F28C350}" srcId="{1908CC09-3148-45EE-8A5E-8164E276F33E}" destId="{6F17BFBE-A909-494D-8D3B-AE72E41AE5B1}" srcOrd="2" destOrd="0" parTransId="{6A7D37F6-F4A0-48C0-B843-70A1C6798CFA}" sibTransId="{B4C226D8-006E-4CF1-B221-39FB3F61946D}"/>
    <dgm:cxn modelId="{62EA2576-8B4E-4D44-B41E-CD585CA20A5C}" srcId="{73394EC9-EAD5-458B-B205-1911B7E1281D}" destId="{1908CC09-3148-45EE-8A5E-8164E276F33E}" srcOrd="1" destOrd="0" parTransId="{1F7BCFCA-A922-4927-AF57-43885B912BCD}" sibTransId="{3B24CAB3-C486-4335-BB11-2F935F020F78}"/>
    <dgm:cxn modelId="{D1C0AB77-1804-4999-9FB5-55A522714672}" srcId="{8475DD34-CC20-43BF-984D-EF6A7A4D6E30}" destId="{C891D011-721A-4454-BD07-8946113B10AB}" srcOrd="0" destOrd="0" parTransId="{62835918-C2AD-44A6-964C-C8288BC49497}" sibTransId="{C73B13A7-0D19-40F7-A335-75CBA6F85482}"/>
    <dgm:cxn modelId="{75916778-0AF0-40BF-8D98-C63E57588CFE}" srcId="{D3873783-40BE-4ED6-AACD-CBF9C06D4317}" destId="{0CCE3ADE-553B-401F-9A21-CD5CD817144B}" srcOrd="1" destOrd="0" parTransId="{926BFEAC-C56F-4CDE-B877-16B4C194044B}" sibTransId="{FA8AF684-E719-4155-B172-71C5CF7930CE}"/>
    <dgm:cxn modelId="{5742EF58-8C57-454D-BB88-FFAE8DA5C3BD}" type="presOf" srcId="{E2EC4D4A-3613-4317-8B76-6A94B6E51D78}" destId="{8C17210E-F4F4-4AB9-9C45-0BBB92E3528D}" srcOrd="0" destOrd="4" presId="urn:microsoft.com/office/officeart/2016/7/layout/RepeatingBendingProcessNew"/>
    <dgm:cxn modelId="{2C6BCD80-BA86-476D-B4CA-02C981C2DF21}" type="presOf" srcId="{1908CC09-3148-45EE-8A5E-8164E276F33E}" destId="{C3DA0079-B698-4A55-89D0-32656F19A633}" srcOrd="0" destOrd="2" presId="urn:microsoft.com/office/officeart/2016/7/layout/RepeatingBendingProcessNew"/>
    <dgm:cxn modelId="{F3394F91-0959-4539-90AD-99E2346C26C4}" type="presOf" srcId="{64F144BB-DBC5-4979-86B1-BE95D13DDE50}" destId="{37AD3A55-1A68-46F3-AC97-59A16B3E9184}" srcOrd="0" destOrd="4" presId="urn:microsoft.com/office/officeart/2016/7/layout/RepeatingBendingProcessNew"/>
    <dgm:cxn modelId="{E4B0C491-2278-4D34-BFF8-84E651537C92}" srcId="{0CCE3ADE-553B-401F-9A21-CD5CD817144B}" destId="{18EE5FB4-05C4-41FD-B4C7-B50F428B57EE}" srcOrd="0" destOrd="0" parTransId="{16033EA3-3686-443D-A745-9EC6A853CCDB}" sibTransId="{285A1C14-AC5D-4DE4-B3A0-04FDF3ADC276}"/>
    <dgm:cxn modelId="{4F21D992-3D25-4648-8CCE-E3F1101FEB11}" type="presOf" srcId="{6B33D9EE-D6C2-48B6-9E54-B24D8A9DC63A}" destId="{EBAEF2A5-03F5-43F0-A684-281D902F2270}" srcOrd="0" destOrd="0" presId="urn:microsoft.com/office/officeart/2016/7/layout/RepeatingBendingProcessNew"/>
    <dgm:cxn modelId="{D4E6D099-8BC6-41BB-B6EA-F3A83A8B3587}" type="presOf" srcId="{18EE5FB4-05C4-41FD-B4C7-B50F428B57EE}" destId="{8C17210E-F4F4-4AB9-9C45-0BBB92E3528D}" srcOrd="0" destOrd="1" presId="urn:microsoft.com/office/officeart/2016/7/layout/RepeatingBendingProcessNew"/>
    <dgm:cxn modelId="{3CB156AA-05AE-4342-91CE-A8F826BE5C47}" srcId="{735B86B7-6B47-4DBF-B0A9-BA026D5D2668}" destId="{64F144BB-DBC5-4979-86B1-BE95D13DDE50}" srcOrd="3" destOrd="0" parTransId="{9D8DD24B-C5E9-427D-B103-1AC51DDAFE19}" sibTransId="{1129DC71-D1DE-451A-AB8F-0FBC7462F693}"/>
    <dgm:cxn modelId="{126BC0B8-0C81-43A2-84F2-AF085C232023}" srcId="{0CCE3ADE-553B-401F-9A21-CD5CD817144B}" destId="{D460A107-DCDF-4D6B-A70A-0A1EB5DC9670}" srcOrd="2" destOrd="0" parTransId="{49B07088-CE6B-401F-B0DD-CB55AF60D312}" sibTransId="{9A73B3EA-EF95-4AE7-8271-009DF56AB164}"/>
    <dgm:cxn modelId="{68C976BE-EB37-4FF4-83AD-216A6BB31AD6}" type="presOf" srcId="{D3873783-40BE-4ED6-AACD-CBF9C06D4317}" destId="{5F269918-F3B6-4A61-AC4F-DBD26676F769}" srcOrd="0" destOrd="0" presId="urn:microsoft.com/office/officeart/2016/7/layout/RepeatingBendingProcessNew"/>
    <dgm:cxn modelId="{375497C0-02CF-4B4A-B728-397CEF68D096}" type="presOf" srcId="{6F17BFBE-A909-494D-8D3B-AE72E41AE5B1}" destId="{C3DA0079-B698-4A55-89D0-32656F19A633}" srcOrd="0" destOrd="5" presId="urn:microsoft.com/office/officeart/2016/7/layout/RepeatingBendingProcessNew"/>
    <dgm:cxn modelId="{E7AB37C8-0CEF-48ED-B60E-598B34B336D0}" srcId="{8475DD34-CC20-43BF-984D-EF6A7A4D6E30}" destId="{9926029F-0C6B-47BA-9ECB-346ECEB18C7C}" srcOrd="2" destOrd="0" parTransId="{8366C739-9E98-4454-A1CF-A0D3609DA2FA}" sibTransId="{54696996-1418-45E4-8B85-E63466CE75DF}"/>
    <dgm:cxn modelId="{383EEDCE-D964-4C7A-89F1-2E3DB4CBB44D}" srcId="{D3873783-40BE-4ED6-AACD-CBF9C06D4317}" destId="{735B86B7-6B47-4DBF-B0A9-BA026D5D2668}" srcOrd="3" destOrd="0" parTransId="{56D92358-B791-417C-B93F-B578001D21B3}" sibTransId="{94244D48-4D39-409E-A45C-D64847F6716A}"/>
    <dgm:cxn modelId="{D658B2CF-E4CF-4C9D-8C54-D820CC5FC036}" type="presOf" srcId="{C891D011-721A-4454-BD07-8946113B10AB}" destId="{48095C0E-EE41-45F4-8C56-9C1461FD80A9}" srcOrd="0" destOrd="1" presId="urn:microsoft.com/office/officeart/2016/7/layout/RepeatingBendingProcessNew"/>
    <dgm:cxn modelId="{EA21DED4-BB80-417B-BDB2-4A1863326227}" srcId="{73394EC9-EAD5-458B-B205-1911B7E1281D}" destId="{C2CA674B-EDB9-4744-B98F-07E5112C67A8}" srcOrd="0" destOrd="0" parTransId="{7F073240-B87C-4082-82E2-BEFE3D43C391}" sibTransId="{00D58629-F105-4802-9187-1A26225F823F}"/>
    <dgm:cxn modelId="{FABEAED8-CC81-46CD-AD92-82F73C0FC687}" type="presOf" srcId="{C2B6E46B-5CB4-4AD7-AB51-0A8A42FD5565}" destId="{15BCE1E4-3EB0-4771-8C1E-F19FFA54495E}" srcOrd="0" destOrd="0" presId="urn:microsoft.com/office/officeart/2016/7/layout/RepeatingBendingProcessNew"/>
    <dgm:cxn modelId="{BB76F0E2-B44B-4800-BB47-324B751D1C67}" type="presOf" srcId="{8475DD34-CC20-43BF-984D-EF6A7A4D6E30}" destId="{48095C0E-EE41-45F4-8C56-9C1461FD80A9}" srcOrd="0" destOrd="0" presId="urn:microsoft.com/office/officeart/2016/7/layout/RepeatingBendingProcessNew"/>
    <dgm:cxn modelId="{D1317BE4-3B0D-43F4-9CA9-CA0D2FF17D1F}" type="presOf" srcId="{C2B6E46B-5CB4-4AD7-AB51-0A8A42FD5565}" destId="{38E80750-0443-45BE-A9E2-720A9F13FC63}" srcOrd="1" destOrd="0" presId="urn:microsoft.com/office/officeart/2016/7/layout/RepeatingBendingProcessNew"/>
    <dgm:cxn modelId="{6F040FE5-7C60-41A9-B401-F409413FDF7C}" srcId="{735B86B7-6B47-4DBF-B0A9-BA026D5D2668}" destId="{7ABAF0A3-8C24-44BC-BBCA-CA996467163B}" srcOrd="1" destOrd="0" parTransId="{18AE6FCD-A7CA-40E4-9BF3-EF1B8590646C}" sibTransId="{44ADC3AC-9699-426F-AD8F-2A9254CF718B}"/>
    <dgm:cxn modelId="{D209A7E5-832D-4793-B4D9-4FA33CE6670F}" type="presOf" srcId="{C2CA674B-EDB9-4744-B98F-07E5112C67A8}" destId="{C3DA0079-B698-4A55-89D0-32656F19A633}" srcOrd="0" destOrd="1" presId="urn:microsoft.com/office/officeart/2016/7/layout/RepeatingBendingProcessNew"/>
    <dgm:cxn modelId="{9490E4EC-10E8-4734-9D6F-11CE6D2F9305}" type="presOf" srcId="{FA8AF684-E719-4155-B172-71C5CF7930CE}" destId="{446137E3-51C4-41C8-BA9E-4C2039B7CB3C}" srcOrd="0" destOrd="0" presId="urn:microsoft.com/office/officeart/2016/7/layout/RepeatingBendingProcessNew"/>
    <dgm:cxn modelId="{A54B5EEF-ABDE-4EB7-9E43-C8722574735E}" srcId="{D3873783-40BE-4ED6-AACD-CBF9C06D4317}" destId="{73394EC9-EAD5-458B-B205-1911B7E1281D}" srcOrd="0" destOrd="0" parTransId="{0E624EB8-0655-47B7-8CF1-6B9BA790E00A}" sibTransId="{6B33D9EE-D6C2-48B6-9E54-B24D8A9DC63A}"/>
    <dgm:cxn modelId="{E66E4FF1-B8A2-46C3-BC35-DFBECCDC643D}" type="presOf" srcId="{735B86B7-6B47-4DBF-B0A9-BA026D5D2668}" destId="{37AD3A55-1A68-46F3-AC97-59A16B3E9184}" srcOrd="0" destOrd="0" presId="urn:microsoft.com/office/officeart/2016/7/layout/RepeatingBendingProcessNew"/>
    <dgm:cxn modelId="{FF9C0AFA-8E6F-486D-8EC0-4D83C25D4B99}" srcId="{1908CC09-3148-45EE-8A5E-8164E276F33E}" destId="{028C6EB5-4796-4B79-AB13-1D3F0B828503}" srcOrd="1" destOrd="0" parTransId="{6AE9C963-7823-473C-8B8E-E6BFC5D96EFD}" sibTransId="{F51D174F-0F51-48E8-943B-F07C4537B943}"/>
    <dgm:cxn modelId="{46E964FE-2EB2-4C55-BE5F-C74D685E219F}" srcId="{735B86B7-6B47-4DBF-B0A9-BA026D5D2668}" destId="{BCF10208-9284-432C-AB51-F5045252D388}" srcOrd="0" destOrd="0" parTransId="{DA64562A-96DC-48E3-829A-C97E6CDB23B1}" sibTransId="{D0146EDD-03EE-4781-A6ED-C20A1765D792}"/>
    <dgm:cxn modelId="{A0D3E7FF-67B0-4A30-9334-F7022E1EED09}" type="presOf" srcId="{9926029F-0C6B-47BA-9ECB-346ECEB18C7C}" destId="{48095C0E-EE41-45F4-8C56-9C1461FD80A9}" srcOrd="0" destOrd="3" presId="urn:microsoft.com/office/officeart/2016/7/layout/RepeatingBendingProcessNew"/>
    <dgm:cxn modelId="{108911F2-A094-483A-8401-57B295515892}" type="presParOf" srcId="{5F269918-F3B6-4A61-AC4F-DBD26676F769}" destId="{C3DA0079-B698-4A55-89D0-32656F19A633}" srcOrd="0" destOrd="0" presId="urn:microsoft.com/office/officeart/2016/7/layout/RepeatingBendingProcessNew"/>
    <dgm:cxn modelId="{25CC8058-48AE-4840-86B9-EF79175194D2}" type="presParOf" srcId="{5F269918-F3B6-4A61-AC4F-DBD26676F769}" destId="{EBAEF2A5-03F5-43F0-A684-281D902F2270}" srcOrd="1" destOrd="0" presId="urn:microsoft.com/office/officeart/2016/7/layout/RepeatingBendingProcessNew"/>
    <dgm:cxn modelId="{253ACBB5-1C94-40D5-B791-719A4F6258B8}" type="presParOf" srcId="{EBAEF2A5-03F5-43F0-A684-281D902F2270}" destId="{6DA2B6E0-1AAF-467A-9931-E38C8AADE5FF}" srcOrd="0" destOrd="0" presId="urn:microsoft.com/office/officeart/2016/7/layout/RepeatingBendingProcessNew"/>
    <dgm:cxn modelId="{66D9B89F-AEB1-4BA1-87C8-AF51CFE2267B}" type="presParOf" srcId="{5F269918-F3B6-4A61-AC4F-DBD26676F769}" destId="{8C17210E-F4F4-4AB9-9C45-0BBB92E3528D}" srcOrd="2" destOrd="0" presId="urn:microsoft.com/office/officeart/2016/7/layout/RepeatingBendingProcessNew"/>
    <dgm:cxn modelId="{FE98A3B8-3C3F-4921-B498-2951AEF9250E}" type="presParOf" srcId="{5F269918-F3B6-4A61-AC4F-DBD26676F769}" destId="{446137E3-51C4-41C8-BA9E-4C2039B7CB3C}" srcOrd="3" destOrd="0" presId="urn:microsoft.com/office/officeart/2016/7/layout/RepeatingBendingProcessNew"/>
    <dgm:cxn modelId="{393B7236-78A1-4A8D-B475-7F667243613D}" type="presParOf" srcId="{446137E3-51C4-41C8-BA9E-4C2039B7CB3C}" destId="{8188141B-AAD4-4297-BBE5-EB54EF051F8D}" srcOrd="0" destOrd="0" presId="urn:microsoft.com/office/officeart/2016/7/layout/RepeatingBendingProcessNew"/>
    <dgm:cxn modelId="{2B6FF040-FE30-49F8-A5F0-E6C89D2B3E0B}" type="presParOf" srcId="{5F269918-F3B6-4A61-AC4F-DBD26676F769}" destId="{48095C0E-EE41-45F4-8C56-9C1461FD80A9}" srcOrd="4" destOrd="0" presId="urn:microsoft.com/office/officeart/2016/7/layout/RepeatingBendingProcessNew"/>
    <dgm:cxn modelId="{A9358375-48B8-44F8-9ABC-405E68C6C76A}" type="presParOf" srcId="{5F269918-F3B6-4A61-AC4F-DBD26676F769}" destId="{15BCE1E4-3EB0-4771-8C1E-F19FFA54495E}" srcOrd="5" destOrd="0" presId="urn:microsoft.com/office/officeart/2016/7/layout/RepeatingBendingProcessNew"/>
    <dgm:cxn modelId="{CE3B0A93-F922-442A-8C68-9B89E96FFB7C}" type="presParOf" srcId="{15BCE1E4-3EB0-4771-8C1E-F19FFA54495E}" destId="{38E80750-0443-45BE-A9E2-720A9F13FC63}" srcOrd="0" destOrd="0" presId="urn:microsoft.com/office/officeart/2016/7/layout/RepeatingBendingProcessNew"/>
    <dgm:cxn modelId="{D9F2A15B-9E58-4AAB-88C5-084858C64BA6}" type="presParOf" srcId="{5F269918-F3B6-4A61-AC4F-DBD26676F769}" destId="{37AD3A55-1A68-46F3-AC97-59A16B3E9184}" srcOrd="6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BAEF2A5-03F5-43F0-A684-281D902F2270}">
      <dsp:nvSpPr>
        <dsp:cNvPr id="0" name=""/>
        <dsp:cNvSpPr/>
      </dsp:nvSpPr>
      <dsp:spPr>
        <a:xfrm>
          <a:off x="5344033" y="1377492"/>
          <a:ext cx="105823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1058233" y="4572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5845929" y="1417768"/>
        <a:ext cx="54441" cy="10888"/>
      </dsp:txXfrm>
    </dsp:sp>
    <dsp:sp modelId="{C3DA0079-B698-4A55-89D0-32656F19A633}">
      <dsp:nvSpPr>
        <dsp:cNvPr id="0" name=""/>
        <dsp:cNvSpPr/>
      </dsp:nvSpPr>
      <dsp:spPr>
        <a:xfrm>
          <a:off x="611774" y="2995"/>
          <a:ext cx="4734058" cy="284043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1973" tIns="243496" rIns="231973" bIns="243496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b="1" kern="1200" dirty="0"/>
            <a:t>Work Package 1 - Collaboration</a:t>
          </a:r>
          <a:r>
            <a:rPr lang="en-GB" sz="2100" kern="1200" dirty="0"/>
            <a:t>: </a:t>
          </a:r>
        </a:p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kern="1200" dirty="0"/>
            <a:t>Networking and capacity building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600" b="1" kern="1200"/>
            <a:t>One-Health VectorNet Entomological network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600" b="1" kern="1200"/>
            <a:t>Capacity building</a:t>
          </a:r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600" kern="1200"/>
            <a:t>Face-to-face trainings</a:t>
          </a:r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600" kern="1200"/>
            <a:t>Webinars</a:t>
          </a:r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600" kern="1200" dirty="0"/>
            <a:t>Technical workshops</a:t>
          </a:r>
        </a:p>
      </dsp:txBody>
      <dsp:txXfrm>
        <a:off x="611774" y="2995"/>
        <a:ext cx="4734058" cy="2840435"/>
      </dsp:txXfrm>
    </dsp:sp>
    <dsp:sp modelId="{446137E3-51C4-41C8-BA9E-4C2039B7CB3C}">
      <dsp:nvSpPr>
        <dsp:cNvPr id="0" name=""/>
        <dsp:cNvSpPr/>
      </dsp:nvSpPr>
      <dsp:spPr>
        <a:xfrm>
          <a:off x="2978804" y="2841630"/>
          <a:ext cx="5822891" cy="1058233"/>
        </a:xfrm>
        <a:custGeom>
          <a:avLst/>
          <a:gdLst/>
          <a:ahLst/>
          <a:cxnLst/>
          <a:rect l="0" t="0" r="0" b="0"/>
          <a:pathLst>
            <a:path>
              <a:moveTo>
                <a:pt x="5822891" y="0"/>
              </a:moveTo>
              <a:lnTo>
                <a:pt x="5822891" y="546216"/>
              </a:lnTo>
              <a:lnTo>
                <a:pt x="0" y="546216"/>
              </a:lnTo>
              <a:lnTo>
                <a:pt x="0" y="1058233"/>
              </a:lnTo>
            </a:path>
          </a:pathLst>
        </a:custGeom>
        <a:noFill/>
        <a:ln w="12700" cap="flat" cmpd="sng" algn="ctr">
          <a:solidFill>
            <a:schemeClr val="accent2">
              <a:hueOff val="3221807"/>
              <a:satOff val="-9246"/>
              <a:lumOff val="-14805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5742154" y="3365302"/>
        <a:ext cx="296190" cy="10888"/>
      </dsp:txXfrm>
    </dsp:sp>
    <dsp:sp modelId="{8C17210E-F4F4-4AB9-9C45-0BBB92E3528D}">
      <dsp:nvSpPr>
        <dsp:cNvPr id="0" name=""/>
        <dsp:cNvSpPr/>
      </dsp:nvSpPr>
      <dsp:spPr>
        <a:xfrm>
          <a:off x="6434666" y="2995"/>
          <a:ext cx="4734058" cy="2840435"/>
        </a:xfrm>
        <a:prstGeom prst="rect">
          <a:avLst/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1973" tIns="243496" rIns="231973" bIns="243496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b="1" kern="1200" dirty="0"/>
            <a:t>Work Package 2 - Preparedness:</a:t>
          </a:r>
        </a:p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kern="1200" dirty="0"/>
            <a:t>Data collection and scientific support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600" b="1" kern="1200"/>
            <a:t>Entomological surveillance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600" b="1" kern="1200"/>
            <a:t>Vector Control studies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600" b="1" kern="1200"/>
            <a:t>Real time data collections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600" b="1" kern="1200"/>
            <a:t>Ad-hoc scientific support</a:t>
          </a:r>
        </a:p>
      </dsp:txBody>
      <dsp:txXfrm>
        <a:off x="6434666" y="2995"/>
        <a:ext cx="4734058" cy="2840435"/>
      </dsp:txXfrm>
    </dsp:sp>
    <dsp:sp modelId="{15BCE1E4-3EB0-4771-8C1E-F19FFA54495E}">
      <dsp:nvSpPr>
        <dsp:cNvPr id="0" name=""/>
        <dsp:cNvSpPr/>
      </dsp:nvSpPr>
      <dsp:spPr>
        <a:xfrm>
          <a:off x="5344033" y="5306761"/>
          <a:ext cx="105823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1058233" y="45720"/>
              </a:lnTo>
            </a:path>
          </a:pathLst>
        </a:custGeom>
        <a:noFill/>
        <a:ln w="1270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5845929" y="5347037"/>
        <a:ext cx="54441" cy="10888"/>
      </dsp:txXfrm>
    </dsp:sp>
    <dsp:sp modelId="{48095C0E-EE41-45F4-8C56-9C1461FD80A9}">
      <dsp:nvSpPr>
        <dsp:cNvPr id="0" name=""/>
        <dsp:cNvSpPr/>
      </dsp:nvSpPr>
      <dsp:spPr>
        <a:xfrm>
          <a:off x="611774" y="3932263"/>
          <a:ext cx="4734058" cy="2840435"/>
        </a:xfrm>
        <a:prstGeom prst="rect">
          <a:avLst/>
        </a:prstGeom>
        <a:solidFill>
          <a:schemeClr val="accent2">
            <a:hueOff val="4295743"/>
            <a:satOff val="-12329"/>
            <a:lumOff val="-1973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1973" tIns="243496" rIns="231973" bIns="243496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b="1" kern="1200" dirty="0"/>
            <a:t>Work Package 3 - Agility:</a:t>
          </a:r>
        </a:p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kern="1200" dirty="0"/>
            <a:t>Pro-active exchange and automation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600" b="1" kern="1200"/>
            <a:t>Inter-operational database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600" b="1" kern="1200"/>
            <a:t>Interactive vector maps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600" b="1" kern="1200"/>
            <a:t>Exchange of data to and from VectorNet</a:t>
          </a:r>
        </a:p>
      </dsp:txBody>
      <dsp:txXfrm>
        <a:off x="611774" y="3932263"/>
        <a:ext cx="4734058" cy="2840435"/>
      </dsp:txXfrm>
    </dsp:sp>
    <dsp:sp modelId="{37AD3A55-1A68-46F3-AC97-59A16B3E9184}">
      <dsp:nvSpPr>
        <dsp:cNvPr id="0" name=""/>
        <dsp:cNvSpPr/>
      </dsp:nvSpPr>
      <dsp:spPr>
        <a:xfrm>
          <a:off x="6434666" y="3932263"/>
          <a:ext cx="4734058" cy="2840435"/>
        </a:xfrm>
        <a:prstGeom prst="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1973" tIns="243496" rIns="231973" bIns="243496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b="1" kern="1200" dirty="0"/>
            <a:t>Work Package 4  - Communication: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600" b="1" kern="1200"/>
            <a:t>Vectornet Data Portal on GBIF</a:t>
          </a:r>
          <a:endParaRPr lang="en-GB" sz="1600" kern="120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600" b="1" kern="1200"/>
            <a:t>Social media</a:t>
          </a:r>
          <a:endParaRPr lang="en-GB" sz="1600" kern="120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600" b="1" kern="1200"/>
            <a:t>Conferences</a:t>
          </a:r>
          <a:endParaRPr lang="en-GB" sz="1600" kern="120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600" b="1" kern="1200"/>
            <a:t>Scientific papers</a:t>
          </a:r>
        </a:p>
      </dsp:txBody>
      <dsp:txXfrm>
        <a:off x="6434666" y="3932263"/>
        <a:ext cx="4734058" cy="284043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7D874-BAA2-1891-E78A-3996B101A7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CC570D-A8AA-7A2E-F914-F38500C1D4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30B957-2154-CFD9-1196-C244A3166A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7480F-C3E2-49D2-AFA6-DA364EBEBD87}" type="datetimeFigureOut">
              <a:rPr lang="en-GB" smtClean="0"/>
              <a:t>20/08/2026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21BBB9-7D5D-8A50-FB9A-DE3FDAC91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592757-89D3-499A-755D-A0C89AD27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1D3E9-E59F-4231-BB37-72CBCEA39AD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69430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1D26B-4D44-13A6-C83D-E8D47749A1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6908DC-48FE-D4FC-7D5D-D03ACE5C3C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947766-4322-F8DB-AFBE-F3A98E4B61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7480F-C3E2-49D2-AFA6-DA364EBEBD87}" type="datetimeFigureOut">
              <a:rPr lang="en-GB" smtClean="0"/>
              <a:t>20/08/2026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C4AE57-198E-98E1-90FA-3C1DABADD1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086BFB-2E88-FDFB-519F-DF9539AD6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1D3E9-E59F-4231-BB37-72CBCEA39AD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0108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7C0571-4507-C8D0-10FD-56B0AEE96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A516F-A50D-41FF-8809-7D8AB1CB94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5AFDA5-AE8D-D6C1-53CD-2F9AD9A5B5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7480F-C3E2-49D2-AFA6-DA364EBEBD87}" type="datetimeFigureOut">
              <a:rPr lang="en-GB" smtClean="0"/>
              <a:t>20/08/2026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7FDC01-F247-4D46-2184-85A737878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D07DF8-AFF4-D5CB-EA7E-A7F228A9C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1D3E9-E59F-4231-BB37-72CBCEA39AD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44423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207B5D-461F-6AA2-B385-0F5989163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722F15-93AB-AD52-A552-5AF6BC9486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28D453-6D48-C0DD-4C64-56C0BCD3E8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36DE6D-1ABD-419E-628A-3EE2881E43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7480F-C3E2-49D2-AFA6-DA364EBEBD87}" type="datetimeFigureOut">
              <a:rPr lang="en-GB" smtClean="0"/>
              <a:t>20/08/2026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30F8EB-E336-35AC-760F-851BD2B56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E6D8F0-0820-564E-4AE8-5C830B2FC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1D3E9-E59F-4231-BB37-72CBCEA39AD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4457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7E295F-3C13-B6AC-FB00-EC48AC3D88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E3ADE5-5CA1-A094-FB9C-0779E8D386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C0A733-421E-36C5-778A-28050C489A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E33F24-9CA5-1152-183D-2C8319BB7E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AE0FD65-2688-0A15-A2D4-F695B521A3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901425-587C-32F5-3743-BCE17B30C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7480F-C3E2-49D2-AFA6-DA364EBEBD87}" type="datetimeFigureOut">
              <a:rPr lang="en-GB" smtClean="0"/>
              <a:t>20/08/2026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F0AD8ED-8CA2-0F84-217F-29FC779DF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BCE8401-DEEA-01D6-9E3B-1D664E1EF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1D3E9-E59F-4231-BB37-72CBCEA39AD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77140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1E218-30F9-2E61-D1C2-847266A5C4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C27CE3-4CD1-666E-0C20-59D7796503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7480F-C3E2-49D2-AFA6-DA364EBEBD87}" type="datetimeFigureOut">
              <a:rPr lang="en-GB" smtClean="0"/>
              <a:t>20/08/2026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AB9C0F-30AF-CBD0-C1C3-FCA98B90F4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C6E387-87AF-3056-E016-24EA392587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1D3E9-E59F-4231-BB37-72CBCEA39AD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931398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B426C13-D9D2-862B-344D-D4A2967EF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7480F-C3E2-49D2-AFA6-DA364EBEBD87}" type="datetimeFigureOut">
              <a:rPr lang="en-GB" smtClean="0"/>
              <a:t>20/08/2026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35B1B2-63D4-F809-FF60-7EA26D06B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79B9AB-1469-C037-C9C3-EC91E42F4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1D3E9-E59F-4231-BB37-72CBCEA39AD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115907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AAA29-82EC-AB2C-BC55-22CC5560E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06FDEC-25C3-1B86-A66B-5CDC354324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3034D4-49CD-17C7-0285-B09094E895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0E9154-3B53-AAC3-C5FA-F3E4A96EE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7480F-C3E2-49D2-AFA6-DA364EBEBD87}" type="datetimeFigureOut">
              <a:rPr lang="en-GB" smtClean="0"/>
              <a:t>20/08/2026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583B77-76C9-A067-D1E2-7EFC0638E5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E23C32-2C51-8134-155B-9EE2423F8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1D3E9-E59F-4231-BB37-72CBCEA39AD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5627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C845A-B14E-ACE2-F2C5-60249D10A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C2842E4-7A37-1BFB-58C1-C46AD60C14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238C67-F1F5-05D7-B9B9-7E757B9074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ED8735-AA02-B341-7853-87D59E8F91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7480F-C3E2-49D2-AFA6-DA364EBEBD87}" type="datetimeFigureOut">
              <a:rPr lang="en-GB" smtClean="0"/>
              <a:t>20/08/2026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89315A-AAE4-6D84-2B37-D84006C00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C4711E-43CF-D10B-5380-25814271E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1D3E9-E59F-4231-BB37-72CBCEA39AD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51930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0654B-07A9-EA5C-D31F-1907B93B7A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343ABC-10C8-D1C3-4898-FEC43C233E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6B05F7-D2A5-91D1-53A9-FFD62F4029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7480F-C3E2-49D2-AFA6-DA364EBEBD87}" type="datetimeFigureOut">
              <a:rPr lang="en-GB" smtClean="0"/>
              <a:t>20/08/2026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145DC9-63B0-7FF2-EED0-8BA576644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0ABB10-D533-873A-667B-236CADB64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1D3E9-E59F-4231-BB37-72CBCEA39AD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631560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A6FA97B-4875-7925-6EC1-18BCC1A77B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D4AA20-7ADF-372B-2CFE-3BFD3A40D8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3F65FA-A8B4-3BF5-BBC8-BD5B788DF2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7480F-C3E2-49D2-AFA6-DA364EBEBD87}" type="datetimeFigureOut">
              <a:rPr lang="en-GB" smtClean="0"/>
              <a:t>20/08/2026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B40D89-BA48-9F77-EDA6-A0B6167D2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BDF4C7-348A-52E2-A459-28F0ED292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1D3E9-E59F-4231-BB37-72CBCEA39AD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69677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23EA1B4-5096-DBE3-FD73-AF6C50E495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9B4DF6-3EF5-A981-FD8F-748FCF6643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508154-90E3-6965-1AE9-10A9F19457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A7480F-C3E2-49D2-AFA6-DA364EBEBD87}" type="datetimeFigureOut">
              <a:rPr lang="en-GB" smtClean="0"/>
              <a:t>20/08/2026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24E291-9081-B846-CD81-72745545A9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6C092B-E396-AFFF-731D-4A23E0F58B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C1D3E9-E59F-4231-BB37-72CBCEA39AD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31206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F3F9496-4280-B314-D0A4-90A2168DDDC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000" b="1300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257363FD-7E77-4145-9483-331A807A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6802" cy="6858000"/>
          </a:xfrm>
          <a:prstGeom prst="rect">
            <a:avLst/>
          </a:prstGeom>
          <a:gradFill flip="none" rotWithShape="1">
            <a:gsLst>
              <a:gs pos="28000">
                <a:schemeClr val="bg2">
                  <a:alpha val="84000"/>
                </a:schemeClr>
              </a:gs>
              <a:gs pos="74000">
                <a:schemeClr val="bg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672FF79D-B044-4278-FE8B-4993FA5834E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87566123"/>
              </p:ext>
            </p:extLst>
          </p:nvPr>
        </p:nvGraphicFramePr>
        <p:xfrm>
          <a:off x="411480" y="82296"/>
          <a:ext cx="11780500" cy="67756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DE708A1-BD3D-77CF-D12C-F147F0C331D7}"/>
              </a:ext>
            </a:extLst>
          </p:cNvPr>
          <p:cNvSpPr txBox="1"/>
          <p:nvPr/>
        </p:nvSpPr>
        <p:spPr>
          <a:xfrm>
            <a:off x="4937760" y="3484514"/>
            <a:ext cx="3227832" cy="292388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1300" b="1" dirty="0">
                <a:solidFill>
                  <a:prstClr val="white"/>
                </a:solidFill>
                <a:latin typeface="+mj-lt"/>
              </a:rPr>
              <a:t>Work Package – 5 - Project coordination</a:t>
            </a:r>
          </a:p>
        </p:txBody>
      </p:sp>
    </p:spTree>
    <p:extLst>
      <p:ext uri="{BB962C8B-B14F-4D97-AF65-F5344CB8AC3E}">
        <p14:creationId xmlns:p14="http://schemas.microsoft.com/office/powerpoint/2010/main" val="23655854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24af865f-064c-4ffd-be1f-cb386fe72519">
      <Terms xmlns="http://schemas.microsoft.com/office/infopath/2007/PartnerControls"/>
    </lcf76f155ced4ddcb4097134ff3c332f>
    <TaxCatchAll xmlns="4534cf9b-51fe-43c6-9db0-d51a0c06ecb3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F00B06391693F469E427397F4052F91" ma:contentTypeVersion="18" ma:contentTypeDescription="Create a new document." ma:contentTypeScope="" ma:versionID="10de9d03b4154a446794813f13a4c642">
  <xsd:schema xmlns:xsd="http://www.w3.org/2001/XMLSchema" xmlns:xs="http://www.w3.org/2001/XMLSchema" xmlns:p="http://schemas.microsoft.com/office/2006/metadata/properties" xmlns:ns2="24af865f-064c-4ffd-be1f-cb386fe72519" xmlns:ns3="4534cf9b-51fe-43c6-9db0-d51a0c06ecb3" targetNamespace="http://schemas.microsoft.com/office/2006/metadata/properties" ma:root="true" ma:fieldsID="d1ef526861a7ea5dd79165bc1ee4053b" ns2:_="" ns3:_="">
    <xsd:import namespace="24af865f-064c-4ffd-be1f-cb386fe72519"/>
    <xsd:import namespace="4534cf9b-51fe-43c6-9db0-d51a0c06ecb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SearchProperties" minOccurs="0"/>
                <xsd:element ref="ns2:MediaServiceObjectDetectorVersion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4af865f-064c-4ffd-be1f-cb386fe7251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1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2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8d3d8e85-2482-46d5-b3d8-06dc7993f3c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4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534cf9b-51fe-43c6-9db0-d51a0c06ecb3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b614b061-a590-4ed9-93bc-b39e09551c1d}" ma:internalName="TaxCatchAll" ma:showField="CatchAllData" ma:web="4534cf9b-51fe-43c6-9db0-d51a0c06ecb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9F0BE21-13CD-4449-84A4-CD5EE1D81735}">
  <ds:schemaRefs>
    <ds:schemaRef ds:uri="http://www.w3.org/XML/1998/namespace"/>
    <ds:schemaRef ds:uri="http://purl.org/dc/dcmitype/"/>
    <ds:schemaRef ds:uri="http://purl.org/dc/terms/"/>
    <ds:schemaRef ds:uri="4534cf9b-51fe-43c6-9db0-d51a0c06ecb3"/>
    <ds:schemaRef ds:uri="http://purl.org/dc/elements/1.1/"/>
    <ds:schemaRef ds:uri="http://schemas.microsoft.com/office/2006/documentManagement/types"/>
    <ds:schemaRef ds:uri="http://schemas.openxmlformats.org/package/2006/metadata/core-properties"/>
    <ds:schemaRef ds:uri="http://schemas.microsoft.com/office/infopath/2007/PartnerControls"/>
    <ds:schemaRef ds:uri="24af865f-064c-4ffd-be1f-cb386fe72519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BCB75332-5225-461A-A95C-73BE2F843CF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2792F1B-C2C6-44E9-9B36-F9D7BDCD424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4af865f-064c-4ffd-be1f-cb386fe72519"/>
    <ds:schemaRef ds:uri="4534cf9b-51fe-43c6-9db0-d51a0c06ecb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406a174b-e315-48bd-aa0a-cdaddc44250b}" enabled="0" method="" siteId="{406a174b-e315-48bd-aa0a-cdaddc44250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89</Words>
  <Application>Microsoft Office PowerPoint</Application>
  <PresentationFormat>Widescreen</PresentationFormat>
  <Paragraphs>24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</vt:lpstr>
      <vt:lpstr>Office Theme</vt:lpstr>
      <vt:lpstr>PowerPoint Presentation</vt:lpstr>
    </vt:vector>
  </TitlesOfParts>
  <Company>European Food Safety Authority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DHOLLANDER Sofie</dc:creator>
  <cp:lastModifiedBy>DHOLLANDER Sofie</cp:lastModifiedBy>
  <cp:revision>1</cp:revision>
  <dcterms:created xsi:type="dcterms:W3CDTF">2026-08-20T10:14:41Z</dcterms:created>
  <dcterms:modified xsi:type="dcterms:W3CDTF">2026-08-20T11:50:36Z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0x010100DF00B06391693F469E427397F4052F91</vt:lpwstr>
  </property>
  <property fmtid="{D5CDD505-2E9C-101B-9397-08002B2CF9AE}" pid="3" name="MediaServiceImageTags">
    <vt:lpwstr/>
  </property>
</Properties>
</file>